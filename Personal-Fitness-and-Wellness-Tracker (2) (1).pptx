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Heebo" pitchFamily="2" charset="-79"/>
      <p:regular r:id="rId18"/>
      <p:bold r:id="rId19"/>
    </p:embeddedFont>
    <p:embeddedFont>
      <p:font typeface="Heebo Bold" charset="-79"/>
      <p:regular r:id="rId20"/>
    </p:embeddedFont>
    <p:embeddedFont>
      <p:font typeface="Heebo Light" pitchFamily="2" charset="-79"/>
      <p:regular r:id="rId21"/>
    </p:embeddedFont>
    <p:embeddedFont>
      <p:font typeface="Montserrat" panose="00000500000000000000" pitchFamily="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71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819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679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957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4547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1512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449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2683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9656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8123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2006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4897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055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63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39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065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Fitness and Wellness Tracker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571353"/>
            <a:ext cx="6296860" cy="31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Java-based application for monitoring daily physical activities, managing health profiles, and tracking wellness progress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Members :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K.Aditya  -  2620090002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G.Veerenderanath  -  2620030373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N.Varun  -  2620040048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4308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917204"/>
            <a:ext cx="3053877" cy="2304355"/>
          </a:xfrm>
          <a:prstGeom prst="roundRect">
            <a:avLst>
              <a:gd name="adj" fmla="val 344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11256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💸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 Cost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521248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Existing fitness apps require expensive subscriptions and external hardware such as smartwatches and smart bands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1917204"/>
            <a:ext cx="3053976" cy="2304355"/>
          </a:xfrm>
          <a:prstGeom prst="roundRect">
            <a:avLst>
              <a:gd name="adj" fmla="val 344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112566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🔧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Lack of Customization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16523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Free tools don't offer transparent, localized tracking or modular wellness metrics tailored to the user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1057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60593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📂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Fragmentation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01461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struggle to maintain unified historical records across multiple disconnected platforms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504057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307332"/>
            <a:ext cx="2175019" cy="30228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521744"/>
            <a:ext cx="164460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Standalone Java Application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596580"/>
            <a:ext cx="164460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subscription or hardware requirements — fully cost-effective and self-contained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307332"/>
            <a:ext cx="2175118" cy="30228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52174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Health Metrics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301305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Local data input and real-time calculation of vital health metrics including BMI and calories burned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1353" y="2307332"/>
            <a:ext cx="2175118" cy="30228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52174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Persistent File Handling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301305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historical record storage through file I/O for long-term wellness tracking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79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UserProfile Class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45617"/>
            <a:ext cx="5228995" cy="4717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class UserProfile {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private String name;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private double weight;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private double heightCm;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public void getInput() {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Scanner scanner = new Scanner(System.in);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System.out.print("Enter your name:");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name = scanner.nextLine();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System.out.print("Enter yourweightinkg: ");                                                            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weight = scanner.nextDouble();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System.out.print("Enter your height in cm: ");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heightCm = scanner.nextDouble();</a:t>
            </a:r>
            <a:endParaRPr lang="en-US" sz="1300" dirty="0"/>
          </a:p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}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07575" y="1445617"/>
            <a:ext cx="5228995" cy="178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void displayBMI() {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double heightInMeters = heightCm / 100.0;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double bmi = weight / (heightInMeters * heightInMeters);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System.out.println("Name: " + name);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System.out.println("BMI: " + bmi);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7575" y="3362722"/>
            <a:ext cx="522899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BMI formula: </a:t>
            </a:r>
            <a:r>
              <a:rPr lang="en-US" sz="16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bmi = weight / (heightInMeters × heightInMeters)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61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WorkoutLogger Class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77367"/>
            <a:ext cx="5225423" cy="3657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​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class WorkoutLogger {    private String workoutType;    private double durationMinutes;    private double caloriesBurned;    public void calculateCalories() {        if (workoutType.equalsIgnoreCase("Running")) {            caloriesBurned = durationMinutes * 10.0;        } else if (workoutType.equalsIgnoreCase("Walking")) {            caloriesBurned = durationMinutes * 4.0;        } else {            caloriesBurned = durationMinutes * 6.0;        }    }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22214"/>
            <a:ext cx="171247" cy="171252"/>
          </a:xfrm>
          <a:prstGeom prst="roundRect">
            <a:avLst>
              <a:gd name="adj" fmla="val 4201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1475" y="5189041"/>
            <a:ext cx="5225423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​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void logWorkout() {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Scanner scanner = new Scanner(System.in);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5233888"/>
            <a:ext cx="171247" cy="171252"/>
          </a:xfrm>
          <a:prstGeom prst="roundRect">
            <a:avLst>
              <a:gd name="adj" fmla="val 4201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1147" y="1723033"/>
            <a:ext cx="5225423" cy="417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System.out.print("Enter workout type: ");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workoutType = scanner.nextLine();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System.out.print("Enter duration in minutes: ");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durationMinutes = scanner.nextDouble();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calculateCalories();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int count = 1;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while (count &lt;= 3) {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System.out.println("Logging workout entry " + count);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    count++;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}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System.out.println("Workout Type: " + workoutType);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System.out.println("Duration: " + durationMinutes + " minutes");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System.out.println("Calories Burned: " + caloriesBurned);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69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Analytics Class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1118"/>
            <a:ext cx="5203794" cy="423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class Analytics {    private double[] weeklyCalories;    public Analytics(double[] weeklyCalories) {        this.weeklyCalories = weeklyCalories;    }    public double calculateWeeklyTotal() {        double total = 0.0;        for (int i = 0; i &lt; weeklyCalories.length; i++) {            total += weeklyCalories[i];        }        return total;    }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857772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32776" y="1801118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​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void displayWeeklyLogs() {    for (int i = 0; i &lt; weeklyCalories.length; i++) {        System.out.println("Day " + (i + 1) + ": " + weeklyCalories[i] + " calories");    }}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1857772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8252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25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Method - Part 1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01193"/>
            <a:ext cx="10868745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public static void main(String[] args)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Scanner scanner = new Scanner(System.in);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// CO 1: UserProfile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UserProfile userProfile = new UserProfile(scanner);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userProfile.displayUserProfile();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// CO 2: WorkoutLogger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WorkoutLogger workoutLogger = new WorkoutLogger();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workoutLogger.logWorkout(scanner);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49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Method - Part 2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03612"/>
            <a:ext cx="10868745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// CO 3: Analytics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double[] weeklyCalories = { 2200.5, 1985.0, 2400.75, 2100.0, 2305.25, 2500.0, 1900.5 };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Analytics analytics = new Analytics(weeklyCalories);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analytics.displayWeeklyLogs();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System.out.println("Weekly Total Calories: " + analytics.calculateWeeklyTotal());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   scanner.close();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516"/>
            <a:ext cx="10868745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Outcomes &amp; Implementation Summary - Part 1</a:t>
            </a:r>
            <a:endParaRPr lang="en-US" sz="3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98675"/>
          <a:ext cx="10868745" cy="4177005"/>
        </p:xfrm>
        <a:graphic>
          <a:graphicData uri="http://schemas.openxmlformats.org/drawingml/2006/table">
            <a:tbl>
              <a:tblPr/>
              <a:tblGrid>
                <a:gridCol w="19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60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Module / Component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Primary Java Topics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Practical Application in Code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Key Outcome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 1 (User Profile)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Class definition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Constructors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Instance variables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Basic methods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Stores user details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Initializes profile data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Displays profile information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Creates a structured user model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Supports object-oriented design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15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 2 (Workout Logger)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Arrays / collection handling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Loops and iteration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Method invocation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Data tracking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Records workout entries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Processes repeated activity data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Logs exercise-related metrics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Demonstrates repeated data management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Reinforces modular program flow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6065" marR="186065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51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Outcomes &amp; Implementation Summary - Part 2</a:t>
            </a:r>
            <a:endParaRPr lang="en-US" sz="3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16832"/>
          <a:ext cx="10868745" cy="4170853"/>
        </p:xfrm>
        <a:graphic>
          <a:graphicData uri="http://schemas.openxmlformats.org/drawingml/2006/table">
            <a:tbl>
              <a:tblPr/>
              <a:tblGrid>
                <a:gridCol w="19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Module / Component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Primary Java Topics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Practical Application in Code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Key Outcome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 3 (Analytics)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Double arrays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Aggregation logic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Computational methods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Output formatting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Calculates weekly calorie totals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Displays weekly logs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Analyzes numeric fitness data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Converts raw values into meaningful insights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Supports basic analytics reporting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Main Execution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Main method structure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Object creation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Scanner input handling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Program termination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Instantiates program components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Coordinates execution flow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Closes scanner resource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Integrates all modules into one executable application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Ensures proper program control and cleanup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273"/>
            <a:ext cx="11478330" cy="141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                                     GEO TAG PHOTO                                                                                                                                                                                                                                   GIT HUB LINK                  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17" y="828774"/>
            <a:ext cx="5985023" cy="60292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6559" y="1081092"/>
            <a:ext cx="52773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hhttps://github.com/Adi9849-ww/Personal-Fitness-Wellness-Trackerthub.com/Adi9849-ww/Personal-Fitness-Wellness-Trackerdi9849-ww/Personal-Fitness-Wellness-Tracker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961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</vt:lpstr>
      <vt:lpstr>Heebo Light</vt:lpstr>
      <vt:lpstr>Heebo Bold</vt:lpstr>
      <vt:lpstr>Montserrat</vt:lpstr>
      <vt:lpstr>Heebo</vt:lpstr>
      <vt:lpstr>Consolas</vt:lpstr>
      <vt:lpstr>Calibri Light</vt:lpstr>
      <vt:lpstr>Arial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varunnamburi2009@outlook.com</cp:lastModifiedBy>
  <cp:revision>4</cp:revision>
  <dcterms:created xsi:type="dcterms:W3CDTF">2026-09-20T16:27:58Z</dcterms:created>
  <dcterms:modified xsi:type="dcterms:W3CDTF">2026-09-22T10:11:27Z</dcterms:modified>
</cp:coreProperties>
</file>